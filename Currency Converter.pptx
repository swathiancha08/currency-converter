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C1D20-BB9B-475B-B74D-097BBDD5D8C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84E1F-CC7B-4010-9256-A6E912823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12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612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4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96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3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424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684E1F-CC7B-4010-9256-A6E9128233F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88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6160" y="685800"/>
            <a:ext cx="51202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8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1;p2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Google Shape;114;p1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15;p16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62680" y="534960"/>
            <a:ext cx="6217920" cy="140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4960" y="2138760"/>
            <a:ext cx="7713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" name="Google Shape;135;p2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12" name="Google Shape;136;p20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13" name="Google Shape;137;p20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38;p20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39;p20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" name="Google Shape;140;p20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 rot="21598800">
            <a:off x="714960" y="751680"/>
            <a:ext cx="428328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8" name="Google Shape;202;p26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9" name="Google Shape;203;p26"/>
          <p:cNvSpPr/>
          <p:nvPr/>
        </p:nvSpPr>
        <p:spPr>
          <a:xfrm>
            <a:off x="714960" y="3456360"/>
            <a:ext cx="49593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hassiya.blogspot.com/2012/07/2.html" TargetMode="External"/><Relationship Id="rId3" Type="http://schemas.openxmlformats.org/officeDocument/2006/relationships/image" Target="../media/image2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osolini.info/2015/01/guida-a-javascript-call-e-apply/" TargetMode="External"/><Relationship Id="rId5" Type="http://schemas.openxmlformats.org/officeDocument/2006/relationships/image" Target="../media/image3.png"/><Relationship Id="rId10" Type="http://schemas.openxmlformats.org/officeDocument/2006/relationships/hyperlink" Target="https://claremont.tistory.com/entry/%EC%9B%B9-%EC%A7%80%EC%8B%9D-API%EC%99%80-RESTful-API" TargetMode="External"/><Relationship Id="rId4" Type="http://schemas.openxmlformats.org/officeDocument/2006/relationships/hyperlink" Target="https://marjuanm.blogspot.com/2017/08/como-cambiar-un-iframe-de-http-https.html" TargetMode="Externa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frankfurter.de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thiAncha08/Currency-Converter" TargetMode="External"/><Relationship Id="rId2" Type="http://schemas.openxmlformats.org/officeDocument/2006/relationships/hyperlink" Target="https://swathiancha08.github.io/Currency-Converte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29;p34"/>
          <p:cNvSpPr/>
          <p:nvPr/>
        </p:nvSpPr>
        <p:spPr>
          <a:xfrm>
            <a:off x="714960" y="3668400"/>
            <a:ext cx="484920" cy="367200"/>
          </a:xfrm>
          <a:custGeom>
            <a:avLst/>
            <a:gdLst>
              <a:gd name="textAreaLeft" fmla="*/ 0 w 484920"/>
              <a:gd name="textAreaRight" fmla="*/ 485280 w 48492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1" name="Google Shape;230;p34"/>
          <p:cNvGrpSpPr/>
          <p:nvPr/>
        </p:nvGrpSpPr>
        <p:grpSpPr>
          <a:xfrm>
            <a:off x="8325000" y="817560"/>
            <a:ext cx="103320" cy="615600"/>
            <a:chOff x="8325000" y="817560"/>
            <a:chExt cx="103320" cy="615600"/>
          </a:xfrm>
        </p:grpSpPr>
        <p:sp>
          <p:nvSpPr>
            <p:cNvPr id="22" name="Google Shape;231;p34"/>
            <p:cNvSpPr/>
            <p:nvPr/>
          </p:nvSpPr>
          <p:spPr>
            <a:xfrm>
              <a:off x="832500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232;p34"/>
            <p:cNvSpPr/>
            <p:nvPr/>
          </p:nvSpPr>
          <p:spPr>
            <a:xfrm>
              <a:off x="832500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233;p34"/>
            <p:cNvSpPr/>
            <p:nvPr/>
          </p:nvSpPr>
          <p:spPr>
            <a:xfrm>
              <a:off x="832500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" name="Google Shape;234;p34"/>
          <p:cNvSpPr/>
          <p:nvPr/>
        </p:nvSpPr>
        <p:spPr>
          <a:xfrm>
            <a:off x="895081" y="3348541"/>
            <a:ext cx="7714445" cy="723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870823080" tIns="361800" rIns="870823080" bIns="36180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95080" y="685799"/>
            <a:ext cx="4829279" cy="2766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6000" b="1" u="none" strike="noStrike" dirty="0">
                <a:solidFill>
                  <a:srgbClr val="FFFFFF"/>
                </a:solidFill>
                <a:effectLst/>
                <a:uFillTx/>
                <a:latin typeface="Space Grotesk"/>
              </a:rPr>
              <a:t>Currency Converter</a:t>
            </a:r>
            <a:endParaRPr lang="en-US" sz="6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440" y="3533760"/>
            <a:ext cx="747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77500" lnSpcReduction="20000"/>
          </a:bodyPr>
          <a:lstStyle/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91919"/>
                </a:solidFill>
                <a:effectLst/>
                <a:uFillTx/>
                <a:latin typeface="Open Sans"/>
              </a:rPr>
              <a:t>   </a:t>
            </a: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pen Sans"/>
              </a:rPr>
              <a:t>Presented by: Swathi Ancha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91919"/>
                </a:solidFill>
                <a:effectLst/>
                <a:uFillTx/>
                <a:latin typeface="Open Sans"/>
              </a:rPr>
              <a:t>23761A1269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8530E-75DF-9C52-364E-1970A403B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234" y="1146453"/>
            <a:ext cx="2076269" cy="1939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467000" y="533520"/>
            <a:ext cx="62193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rgbClr val="191919"/>
                </a:solidFill>
                <a:effectLst/>
                <a:uFillTx/>
                <a:latin typeface="Space Grotesk"/>
              </a:rPr>
              <a:t>Project Overview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40158" y="1307206"/>
            <a:ext cx="7534141" cy="29595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Currency Converter is a web application used to convert currencies.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It retrieves exchange-rate information using the Frankfurter API.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Users can select source and target currencies.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It provides additional features such as currency swapping, favorites, conversion history, dark mode, and historical charts.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The application supports desktop and mobile screens.</a:t>
            </a:r>
          </a:p>
          <a:p>
            <a:pPr marL="285750" indent="-285750" defTabSz="914400">
              <a:lnSpc>
                <a:spcPct val="150000"/>
              </a:lnSpc>
              <a:buClr>
                <a:srgbClr val="191919"/>
              </a:buClr>
              <a:buFont typeface="Wingdings" panose="05000000000000000000" pitchFamily="2" charset="2"/>
              <a:buChar char="§"/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Example: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A user wants to convert ₹1,000 into US dollars. The user selects INR as the source currency and USD as the target currency. The application retrieves the exchange rate and calculates the equivalent amount.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242810" y="380879"/>
            <a:ext cx="7424549" cy="6365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>
                <a:latin typeface="Space Grotesk"/>
              </a:rPr>
              <a:t>Problem Statement and Proposed Solution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Space Grotesk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37733" y="1817683"/>
            <a:ext cx="39049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/>
              <a:t>Problem Statement</a:t>
            </a:r>
          </a:p>
          <a:p>
            <a:endParaRPr lang="en-IN" sz="1200" b="1" dirty="0"/>
          </a:p>
          <a:p>
            <a:pPr lvl="0"/>
            <a:r>
              <a:rPr lang="en-IN" sz="1200" dirty="0"/>
              <a:t>Manually searching for exchange rates takes time.</a:t>
            </a:r>
          </a:p>
          <a:p>
            <a:pPr lvl="0"/>
            <a:r>
              <a:rPr lang="en-IN" sz="1200" dirty="0"/>
              <a:t>Calculating conversions manually can lead to errors.</a:t>
            </a:r>
          </a:p>
          <a:p>
            <a:pPr lvl="0"/>
            <a:r>
              <a:rPr lang="en-IN" sz="1200" dirty="0"/>
              <a:t>Users may need to switch between different websites to compare currencies.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55084" y="1817683"/>
            <a:ext cx="39049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IN" sz="1200" b="1" dirty="0"/>
              <a:t>Proposed Solution</a:t>
            </a:r>
          </a:p>
          <a:p>
            <a:endParaRPr lang="en-IN" sz="1200" b="1" dirty="0"/>
          </a:p>
          <a:p>
            <a:pPr lvl="0"/>
            <a:r>
              <a:rPr lang="en-IN" sz="1200" dirty="0"/>
              <a:t>Provide a single interface for currency conversion.</a:t>
            </a:r>
          </a:p>
          <a:p>
            <a:pPr lvl="0"/>
            <a:r>
              <a:rPr lang="en-IN" sz="1200" dirty="0"/>
              <a:t>Retrieve exchange-rate data through an API.</a:t>
            </a:r>
          </a:p>
          <a:p>
            <a:pPr lvl="0"/>
            <a:r>
              <a:rPr lang="en-IN" sz="1200" dirty="0"/>
              <a:t>Calculate converted amounts automatically.</a:t>
            </a:r>
          </a:p>
          <a:p>
            <a:pPr lvl="0"/>
            <a:r>
              <a:rPr lang="en-IN" sz="1200" dirty="0"/>
              <a:t>Provide useful tools such as </a:t>
            </a:r>
            <a:r>
              <a:rPr lang="en-IN" sz="1200" dirty="0" err="1"/>
              <a:t>favoruites</a:t>
            </a:r>
            <a:r>
              <a:rPr lang="en-IN" sz="1200" dirty="0"/>
              <a:t>, history, and charts.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688" y="3634585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r>
              <a:rPr lang="en-IN" sz="5600" b="1" dirty="0"/>
              <a:t>Example:</a:t>
            </a:r>
          </a:p>
          <a:p>
            <a:endParaRPr lang="en-IN" sz="5600" dirty="0"/>
          </a:p>
          <a:p>
            <a:r>
              <a:rPr lang="en-IN" sz="5600" dirty="0"/>
              <a:t>If a student plans to purchase a product priced at $50, the application can estimate its value in Indian rupees using the available exchange rate.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1467000" y="533520"/>
            <a:ext cx="62193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IN" sz="4000" b="1" dirty="0">
                <a:latin typeface="Space Grotesk"/>
              </a:rPr>
              <a:t>Key Features</a:t>
            </a:r>
            <a:endParaRPr lang="en-US" sz="4000" b="1" u="none" strike="noStrike" dirty="0">
              <a:solidFill>
                <a:srgbClr val="000000"/>
              </a:solidFill>
              <a:effectLst/>
              <a:uFillTx/>
              <a:latin typeface="Space Grotesk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14240" y="2143080"/>
            <a:ext cx="771480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8BDF36-A4D4-E15A-6CD2-50ABCE1D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87587"/>
              </p:ext>
            </p:extLst>
          </p:nvPr>
        </p:nvGraphicFramePr>
        <p:xfrm>
          <a:off x="1416675" y="1470508"/>
          <a:ext cx="6149664" cy="3002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4832">
                  <a:extLst>
                    <a:ext uri="{9D8B030D-6E8A-4147-A177-3AD203B41FA5}">
                      <a16:colId xmlns:a16="http://schemas.microsoft.com/office/drawing/2014/main" val="1816503131"/>
                    </a:ext>
                  </a:extLst>
                </a:gridCol>
                <a:gridCol w="3074832">
                  <a:extLst>
                    <a:ext uri="{9D8B030D-6E8A-4147-A177-3AD203B41FA5}">
                      <a16:colId xmlns:a16="http://schemas.microsoft.com/office/drawing/2014/main" val="3805238442"/>
                    </a:ext>
                  </a:extLst>
                </a:gridCol>
              </a:tblGrid>
              <a:tr h="18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Feature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Description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2381401162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Currency conversion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Converts amounts between supported currencies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1981588400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Live/reference exchange rates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Retrieves available rates from the API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1889962903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Currency swap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Reverses the source and target currencies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3091210564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Currency flags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Helps users identify currencies visually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5094105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Quick amount buttons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Makes entering common amounts easier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2975891168"/>
                  </a:ext>
                </a:extLst>
              </a:tr>
              <a:tr h="18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Favorites</a:t>
                      </a:r>
                      <a:endParaRPr lang="en-IN" sz="1000" dirty="0"/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Saves frequently used currency pairs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3209437791"/>
                  </a:ext>
                </a:extLst>
              </a:tr>
              <a:tr h="180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Conversion history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Displays recent conversions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3338926060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Dark mode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Switches between light and dark themes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2045497278"/>
                  </a:ext>
                </a:extLst>
              </a:tr>
              <a:tr h="313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Historical chart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Visualizes historical exchange-rate data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1442722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Responsive design</a:t>
                      </a:r>
                    </a:p>
                  </a:txBody>
                  <a:tcPr marL="50189" marR="50189" marT="25095" marB="250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Adapts to different screen sizes</a:t>
                      </a:r>
                    </a:p>
                  </a:txBody>
                  <a:tcPr marL="50189" marR="50189" marT="25095" marB="25095" anchor="ctr"/>
                </a:tc>
                <a:extLst>
                  <a:ext uri="{0D108BD9-81ED-4DB2-BD59-A6C34878D82A}">
                    <a16:rowId xmlns:a16="http://schemas.microsoft.com/office/drawing/2014/main" val="12475149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/>
          <p:cNvSpPr/>
          <p:nvPr/>
        </p:nvSpPr>
        <p:spPr>
          <a:xfrm>
            <a:off x="17240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Rectangle: Rounded Corners 53"/>
          <p:cNvSpPr/>
          <p:nvPr/>
        </p:nvSpPr>
        <p:spPr>
          <a:xfrm>
            <a:off x="3086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: Rounded Corners 54"/>
          <p:cNvSpPr/>
          <p:nvPr/>
        </p:nvSpPr>
        <p:spPr>
          <a:xfrm>
            <a:off x="44481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Rectangle: Rounded Corners 55"/>
          <p:cNvSpPr/>
          <p:nvPr/>
        </p:nvSpPr>
        <p:spPr>
          <a:xfrm>
            <a:off x="581040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: Rounded Corners 56"/>
          <p:cNvSpPr/>
          <p:nvPr/>
        </p:nvSpPr>
        <p:spPr>
          <a:xfrm>
            <a:off x="71722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Rectangle: Rounded Corners 59"/>
          <p:cNvSpPr/>
          <p:nvPr/>
        </p:nvSpPr>
        <p:spPr>
          <a:xfrm>
            <a:off x="183816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HTML</a:t>
            </a:r>
          </a:p>
        </p:txBody>
      </p:sp>
      <p:sp>
        <p:nvSpPr>
          <p:cNvPr id="61" name="Rectangle: Rounded Corners 60"/>
          <p:cNvSpPr/>
          <p:nvPr/>
        </p:nvSpPr>
        <p:spPr>
          <a:xfrm>
            <a:off x="24573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ctangle: Rounded Corners 61"/>
          <p:cNvSpPr/>
          <p:nvPr/>
        </p:nvSpPr>
        <p:spPr>
          <a:xfrm>
            <a:off x="320040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CSS</a:t>
            </a:r>
          </a:p>
        </p:txBody>
      </p:sp>
      <p:sp>
        <p:nvSpPr>
          <p:cNvPr id="63" name="Rectangle: Rounded Corners 62"/>
          <p:cNvSpPr/>
          <p:nvPr/>
        </p:nvSpPr>
        <p:spPr>
          <a:xfrm>
            <a:off x="38196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: Rounded Corners 63"/>
          <p:cNvSpPr/>
          <p:nvPr/>
        </p:nvSpPr>
        <p:spPr>
          <a:xfrm>
            <a:off x="456264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OpenSymbol"/>
              </a:rPr>
              <a:t>JavaScript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: Rounded Corners 64"/>
          <p:cNvSpPr/>
          <p:nvPr/>
        </p:nvSpPr>
        <p:spPr>
          <a:xfrm>
            <a:off x="518148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: Rounded Corners 65"/>
          <p:cNvSpPr/>
          <p:nvPr/>
        </p:nvSpPr>
        <p:spPr>
          <a:xfrm>
            <a:off x="5924520" y="2000160"/>
            <a:ext cx="1247400" cy="20916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Fetch API</a:t>
            </a:r>
          </a:p>
        </p:txBody>
      </p:sp>
      <p:sp>
        <p:nvSpPr>
          <p:cNvPr id="67" name="Rectangle: Rounded Corners 66"/>
          <p:cNvSpPr/>
          <p:nvPr/>
        </p:nvSpPr>
        <p:spPr>
          <a:xfrm>
            <a:off x="65437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275008" y="438480"/>
            <a:ext cx="7392352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rgbClr val="191919"/>
                </a:solidFill>
                <a:latin typeface="Space Grotesk"/>
              </a:rPr>
              <a:t>Technologies Used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838160" y="2619360"/>
            <a:ext cx="124740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IN" sz="1200" dirty="0"/>
              <a:t>Defines the structure of the webpage, including input fields, currency selectors, buttons, and result areas</a:t>
            </a:r>
            <a:r>
              <a:rPr lang="en-US" sz="1200" b="0" u="none" strike="noStrike" dirty="0">
                <a:solidFill>
                  <a:srgbClr val="191919"/>
                </a:solidFill>
                <a:effectLst/>
                <a:uFillTx/>
                <a:latin typeface="Open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200400" y="1219320"/>
            <a:ext cx="124740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200400" y="2619360"/>
            <a:ext cx="124740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IN" sz="1200" dirty="0"/>
              <a:t>Styles the application with </a:t>
            </a:r>
            <a:r>
              <a:rPr lang="en-IN" sz="1200" dirty="0" err="1"/>
              <a:t>colors</a:t>
            </a:r>
            <a:r>
              <a:rPr lang="en-IN" sz="1200" dirty="0"/>
              <a:t>, layouts, animations, responsive design, and dark mode.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562640" y="2619360"/>
            <a:ext cx="124740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IN" sz="1200" dirty="0"/>
              <a:t>Handles user interactions, API requests, currency conversion calculations, and interface updates.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924520" y="2619360"/>
            <a:ext cx="1247400" cy="161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IN" sz="1200" dirty="0"/>
              <a:t>Fetch API requests exchange-rate data, Chart.js displays historical trends, and </a:t>
            </a:r>
            <a:r>
              <a:rPr lang="en-IN" sz="1200" dirty="0" err="1"/>
              <a:t>LocalStorage</a:t>
            </a:r>
            <a:r>
              <a:rPr lang="en-IN" sz="1200" dirty="0"/>
              <a:t> can preserve favourites or history in the browser.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981240-EA03-F51F-19A1-02C8C5639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052285" y="1085970"/>
            <a:ext cx="828150" cy="828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916AEE-F0B4-95B9-2AC3-8FD873C1B9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941627" y="1145133"/>
            <a:ext cx="1773945" cy="709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9852A7-FAA9-E039-CC0F-6CF1FEEF13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849241" y="1228815"/>
            <a:ext cx="661537" cy="542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444AEF-B6D9-2A2B-02F3-778C586505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196589" y="1156346"/>
            <a:ext cx="712262" cy="7122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/>
          <p:cNvSpPr/>
          <p:nvPr/>
        </p:nvSpPr>
        <p:spPr>
          <a:xfrm>
            <a:off x="1429317" y="471032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Space Grotesk"/>
              </a:rPr>
              <a:t>How The Application Works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10400" y="2238480"/>
            <a:ext cx="28573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191919"/>
                </a:solidFill>
                <a:effectLst/>
                <a:uFillTx/>
                <a:latin typeface="Space Grotesk"/>
              </a:rPr>
              <a:t> 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1BF7EB-04AF-830C-B598-2E0D195F6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92" y="1491505"/>
            <a:ext cx="7862552" cy="3363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/>
          <p:cNvSpPr/>
          <p:nvPr/>
        </p:nvSpPr>
        <p:spPr>
          <a:xfrm>
            <a:off x="1106391" y="617232"/>
            <a:ext cx="6408431" cy="9926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3200" b="1" dirty="0">
                <a:latin typeface="Space Grotesk"/>
              </a:rPr>
              <a:t>API Integration and Project Structure</a:t>
            </a:r>
            <a:endParaRPr lang="en-US" sz="3200" b="1" u="none" strike="noStrike" dirty="0">
              <a:solidFill>
                <a:srgbClr val="000000"/>
              </a:solidFill>
              <a:effectLst/>
              <a:uFillTx/>
              <a:latin typeface="Space Grotesk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106390" y="1429555"/>
            <a:ext cx="7322649" cy="2846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API used</a:t>
            </a:r>
            <a:r>
              <a:rPr lang="en-IN" sz="1200" dirty="0"/>
              <a:t>: Frankfurter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Website</a:t>
            </a:r>
            <a:r>
              <a:rPr lang="en-IN" sz="1200" dirty="0"/>
              <a:t>: </a:t>
            </a:r>
            <a:r>
              <a:rPr lang="en-IN" sz="1200" dirty="0">
                <a:hlinkClick r:id="rId3"/>
              </a:rPr>
              <a:t>https://api.frankfurter.dev/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The API provides exchange-rate data that the application can use for conversion calculations and historical visualizations.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Example of the conversion logic :</a:t>
            </a:r>
          </a:p>
          <a:p>
            <a:endParaRPr lang="en-IN" sz="1200" b="1" dirty="0">
              <a:solidFill>
                <a:srgbClr val="FF0000"/>
              </a:solidFill>
            </a:endParaRPr>
          </a:p>
          <a:p>
            <a:r>
              <a:rPr lang="en-IN" sz="1200" b="1" dirty="0">
                <a:solidFill>
                  <a:srgbClr val="FF0000"/>
                </a:solidFill>
              </a:rPr>
              <a:t>                                   </a:t>
            </a:r>
            <a:r>
              <a:rPr lang="en-IN" sz="1200" b="1" dirty="0" err="1">
                <a:solidFill>
                  <a:srgbClr val="FF0000"/>
                </a:solidFill>
              </a:rPr>
              <a:t>const</a:t>
            </a:r>
            <a:r>
              <a:rPr lang="en-IN" sz="1200" b="1" dirty="0">
                <a:solidFill>
                  <a:srgbClr val="FF0000"/>
                </a:solidFill>
              </a:rPr>
              <a:t> </a:t>
            </a:r>
            <a:r>
              <a:rPr lang="en-IN" sz="1200" b="1" dirty="0" err="1">
                <a:solidFill>
                  <a:srgbClr val="FF0000"/>
                </a:solidFill>
              </a:rPr>
              <a:t>convertedAmount</a:t>
            </a:r>
            <a:r>
              <a:rPr lang="en-IN" sz="1200" b="1" dirty="0">
                <a:solidFill>
                  <a:srgbClr val="FF0000"/>
                </a:solidFill>
              </a:rPr>
              <a:t> = amount * </a:t>
            </a:r>
            <a:r>
              <a:rPr lang="en-IN" sz="1200" b="1" dirty="0" err="1">
                <a:solidFill>
                  <a:srgbClr val="FF0000"/>
                </a:solidFill>
              </a:rPr>
              <a:t>exchangeRate</a:t>
            </a:r>
            <a:r>
              <a:rPr lang="en-IN" sz="1200" b="1" dirty="0">
                <a:solidFill>
                  <a:srgbClr val="FF0000"/>
                </a:solidFill>
              </a:rPr>
              <a:t>;</a:t>
            </a:r>
          </a:p>
          <a:p>
            <a:endParaRPr lang="en-IN" sz="1200" b="1" dirty="0">
              <a:solidFill>
                <a:srgbClr val="FF0000"/>
              </a:solidFill>
            </a:endParaRPr>
          </a:p>
          <a:p>
            <a:r>
              <a:rPr lang="en-IN" sz="1200" dirty="0"/>
              <a:t>Here, amount is the amount entered by the user, and </a:t>
            </a:r>
            <a:r>
              <a:rPr lang="en-IN" sz="1200" dirty="0" err="1"/>
              <a:t>exchangeRate</a:t>
            </a:r>
            <a:r>
              <a:rPr lang="en-IN" sz="1200" dirty="0"/>
              <a:t> is the rate obtained for the selected currency pair.</a:t>
            </a:r>
          </a:p>
        </p:txBody>
      </p:sp>
      <p:pic>
        <p:nvPicPr>
          <p:cNvPr id="3" name="Graphic 2" descr="Brain in head with solid fill">
            <a:extLst>
              <a:ext uri="{FF2B5EF4-FFF2-40B4-BE49-F238E27FC236}">
                <a16:creationId xmlns:a16="http://schemas.microsoft.com/office/drawing/2014/main" id="{80EB94AC-11FB-9F0E-047C-C49664DA47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7741" y="2977435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3F96-5B68-C75E-146C-2A30F629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Space Grotesk"/>
              </a:rPr>
              <a:t>Challenges Faced and 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6B42B-C252-3AF1-6031-B0E6DB778B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6293" y="1570528"/>
            <a:ext cx="8326192" cy="2982960"/>
          </a:xfrm>
        </p:spPr>
        <p:txBody>
          <a:bodyPr>
            <a:normAutofit/>
          </a:bodyPr>
          <a:lstStyle/>
          <a:p>
            <a:r>
              <a:rPr lang="en-IN" sz="1200" b="1" dirty="0"/>
              <a:t>Challenges Faced</a:t>
            </a:r>
          </a:p>
          <a:p>
            <a:pPr lvl="0"/>
            <a:r>
              <a:rPr lang="en-IN" sz="1200" dirty="0"/>
              <a:t>Handling API failures and loading delays.</a:t>
            </a:r>
          </a:p>
          <a:p>
            <a:pPr lvl="0"/>
            <a:r>
              <a:rPr lang="en-IN" sz="1200" dirty="0"/>
              <a:t>Making the layout responsive across different screen sizes.</a:t>
            </a:r>
          </a:p>
          <a:p>
            <a:pPr lvl="0"/>
            <a:r>
              <a:rPr lang="en-IN" sz="1200" dirty="0"/>
              <a:t>Updating the interface when users change currencies.</a:t>
            </a:r>
          </a:p>
          <a:p>
            <a:pPr lvl="0"/>
            <a:r>
              <a:rPr lang="en-IN" sz="1200" dirty="0"/>
              <a:t>Displaying historical data clearly in a chart.</a:t>
            </a:r>
          </a:p>
          <a:p>
            <a:pPr lvl="0"/>
            <a:endParaRPr lang="en-IN" sz="1200" dirty="0"/>
          </a:p>
          <a:p>
            <a:r>
              <a:rPr lang="en-IN" sz="1200" b="1" dirty="0"/>
              <a:t>Example:</a:t>
            </a:r>
          </a:p>
          <a:p>
            <a:r>
              <a:rPr lang="en-IN" sz="1200" dirty="0"/>
              <a:t>If an API request fails because of a network problem, the application should display an error message instead of showing an incorrect conversion result.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8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A68A-3E61-278E-BA93-DE197BF4F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434" y="534960"/>
            <a:ext cx="6985886" cy="572400"/>
          </a:xfrm>
        </p:spPr>
        <p:txBody>
          <a:bodyPr/>
          <a:lstStyle/>
          <a:p>
            <a:r>
              <a:rPr lang="en-IN" sz="3200" b="1" dirty="0">
                <a:latin typeface="Space Grotesk"/>
              </a:rPr>
              <a:t>Live Demo,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20968-33FC-7E24-3A80-1EF683DFE3C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84463" y="1680692"/>
            <a:ext cx="7823554" cy="2557263"/>
          </a:xfrm>
        </p:spPr>
        <p:txBody>
          <a:bodyPr>
            <a:normAutofit/>
          </a:bodyPr>
          <a:lstStyle/>
          <a:p>
            <a:r>
              <a:rPr lang="en-IN" sz="1300" dirty="0"/>
              <a:t>Live Demo: </a:t>
            </a:r>
            <a:r>
              <a:rPr lang="en-IN" sz="1300" dirty="0">
                <a:hlinkClick r:id="rId2"/>
              </a:rPr>
              <a:t>Currency Converter Application</a:t>
            </a:r>
            <a:endParaRPr lang="en-IN" sz="1300" dirty="0"/>
          </a:p>
          <a:p>
            <a:r>
              <a:rPr lang="en-IN" sz="1300" dirty="0"/>
              <a:t>GitHub Repository: </a:t>
            </a:r>
            <a:r>
              <a:rPr lang="en-IN" sz="1300" dirty="0">
                <a:hlinkClick r:id="rId3"/>
              </a:rPr>
              <a:t>View Source Code</a:t>
            </a:r>
            <a:endParaRPr lang="en-IN" sz="1300" dirty="0"/>
          </a:p>
          <a:p>
            <a:endParaRPr lang="en-IN" sz="1300" dirty="0"/>
          </a:p>
          <a:p>
            <a:pPr marL="0" indent="0">
              <a:buNone/>
            </a:pPr>
            <a:r>
              <a:rPr lang="en-IN" sz="1300" b="1" dirty="0"/>
              <a:t>Future Enhancements</a:t>
            </a:r>
          </a:p>
          <a:p>
            <a:pPr lvl="0"/>
            <a:r>
              <a:rPr lang="en-IN" sz="1300" dirty="0"/>
              <a:t>Improve accessibility and keyboard navigation.</a:t>
            </a:r>
          </a:p>
          <a:p>
            <a:pPr lvl="0"/>
            <a:r>
              <a:rPr lang="en-IN" sz="1300" dirty="0"/>
              <a:t>Add clearer API failure and offline messages.</a:t>
            </a:r>
          </a:p>
          <a:p>
            <a:pPr lvl="0"/>
            <a:r>
              <a:rPr lang="en-IN" sz="1300" dirty="0"/>
              <a:t>Provide export options for conversion history.</a:t>
            </a:r>
          </a:p>
          <a:p>
            <a:pPr lvl="0"/>
            <a:r>
              <a:rPr lang="en-IN" sz="1300" dirty="0"/>
              <a:t>Enhance historical data comparison and visualization.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230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02511-AEF9-5352-CF0F-2CE8DF6D8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085" y="509202"/>
            <a:ext cx="7951802" cy="572400"/>
          </a:xfrm>
        </p:spPr>
        <p:txBody>
          <a:bodyPr/>
          <a:lstStyle/>
          <a:p>
            <a:r>
              <a:rPr lang="en-IN" sz="3200" b="1" dirty="0">
                <a:latin typeface="Space Grotesk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E4295-F9AD-6A1B-5192-DB4DAF36D65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14760" y="1390224"/>
            <a:ext cx="8229240" cy="2982960"/>
          </a:xfrm>
        </p:spPr>
        <p:txBody>
          <a:bodyPr>
            <a:normAutofit/>
          </a:bodyPr>
          <a:lstStyle/>
          <a:p>
            <a:pPr lvl="0"/>
            <a:r>
              <a:rPr lang="en-IN" sz="1300" dirty="0"/>
              <a:t>Built a responsive currency conversion web application.</a:t>
            </a:r>
          </a:p>
          <a:p>
            <a:pPr lvl="0"/>
            <a:r>
              <a:rPr lang="en-IN" sz="1300" dirty="0"/>
              <a:t>Integrated exchange-rate data using an external API.</a:t>
            </a:r>
          </a:p>
          <a:p>
            <a:pPr lvl="0"/>
            <a:r>
              <a:rPr lang="en-IN" sz="1300" dirty="0"/>
              <a:t>Implemented conversion and convenience features.</a:t>
            </a:r>
          </a:p>
          <a:p>
            <a:pPr lvl="0"/>
            <a:r>
              <a:rPr lang="en-IN" sz="1300" dirty="0"/>
              <a:t>Gained practical experience in frontend development and API integration.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D3374-5B2F-664C-F661-830CC0C8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88" y="3205334"/>
            <a:ext cx="2665928" cy="1421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5C145-3779-84D1-3BAB-80336E72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288" y="3205334"/>
            <a:ext cx="2600188" cy="14211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1A3A8F-1AA0-F7E1-9C5C-479EEBBA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382" y="3205334"/>
            <a:ext cx="2665928" cy="14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48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98D2-367F-7263-B61A-BDF51AAA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5F03A-A564-A34A-50FC-AD751B0182AC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71FA96-3773-0E97-DC13-D308083A9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441"/>
            <a:ext cx="9151598" cy="4723059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406099246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Report by Slidesgo">
  <a:themeElements>
    <a:clrScheme name="Simple Light">
      <a:dk1>
        <a:srgbClr val="191919"/>
      </a:dk1>
      <a:lt1>
        <a:srgbClr val="FFFFFF"/>
      </a:lt1>
      <a:dk2>
        <a:srgbClr val="CEEEFF"/>
      </a:dk2>
      <a:lt2>
        <a:srgbClr val="80DCF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</TotalTime>
  <Words>599</Words>
  <Application>Microsoft Office PowerPoint</Application>
  <PresentationFormat>On-screen Show (16:9)</PresentationFormat>
  <Paragraphs>102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Open Sans</vt:lpstr>
      <vt:lpstr>OpenSymbol</vt:lpstr>
      <vt:lpstr>Space Grotesk</vt:lpstr>
      <vt:lpstr>Symbol</vt:lpstr>
      <vt:lpstr>Wingdings</vt:lpstr>
      <vt:lpstr>Sales Report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Faced and Learning Outcomes</vt:lpstr>
      <vt:lpstr>Live Demo, Future Scope</vt:lpstr>
      <vt:lpstr>Conclusion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swath</dc:creator>
  <cp:lastModifiedBy>swathiancha08@gmail.com</cp:lastModifiedBy>
  <cp:revision>4</cp:revision>
  <dcterms:modified xsi:type="dcterms:W3CDTF">2026-10-14T13:12:44Z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2026-10-12T00:01:59Z</dcterms:created>
  <dc:creator>Slidesgo AI</dc:creator>
  <dc:description/>
  <dc:language>en-US</dc:language>
  <cp:lastModifiedBy>Unknown Creator</cp:lastModifiedBy>
  <dcterms:modified xsi:type="dcterms:W3CDTF">2026-10-12T00:01:59Z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a2f5baa2-ede9-43fd-9de9-f638df1528e9</vt:lpwstr>
  </property>
</Properties>
</file>